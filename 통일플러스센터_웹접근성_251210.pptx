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6" r:id="rId3"/>
    <p:sldId id="262" r:id="rId4"/>
    <p:sldId id="265" r:id="rId5"/>
    <p:sldId id="264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0BB41-7DDA-0700-FD02-6EFF7A45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E4D103-FEAD-E6E7-B9A8-A479B490A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B80A4C-B65F-A20F-D885-185EE5B55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70E46-67C4-CF32-A122-D8FE3F7E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810209-B57C-217E-2036-65DAE542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89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DCB4B-70B8-77AA-8B19-C16FDDBFA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B8E21E-9F61-2BA5-EE57-C5487B13A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F3F66-ADC9-B781-D362-A9D3E5C2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DAFDCC-D390-B4CA-BDDF-4CEEB62D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4605B-0C2A-C116-787B-D5D0111E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54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3D91E-CC74-9752-A04F-2A7784B1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60E46F-D0F3-DD59-B4FB-AEDCBE5E8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23BEB0-7D30-C0CF-3D37-7467DE01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42A9E-AB2F-939D-CF04-B18F6FF1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3E95C-46EB-AAF4-AF2D-8B1A2F91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6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EE134-C8F9-C2B9-615D-9BF95F6F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F45FD7-48F6-D8ED-B137-31CD06D6C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238EF9-4347-234C-9356-04DD5EC25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106D6C-F696-951E-1C29-51CCF5BC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4F17BC-7822-8118-8CC2-B0A07D953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883BC2-4A92-F9DB-8DB2-C152BEDB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8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C9310-0D3B-36BC-FE9B-4E272598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6A179B-5ABE-85F5-8936-AEC2A8320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FCC876-0C6B-C152-0FB2-587B21FAE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852AD0-2262-1645-FFBC-2A54553A3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406FDB-EEFB-44EC-7B57-A081F7E14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51B20B-B1EE-1E28-9DC4-20089FED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8CC37E-211B-4748-E845-82447DDD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443AA7-2345-9F42-3133-A74697C3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98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1C6F2-8432-E481-B3C8-3A1AD423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34B6AC-9BB2-F718-F869-71D560DB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039A10-71D3-D61E-D094-D2A58911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33351D-26B4-E4F5-E56D-D1EDF20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26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F01E4E-4D82-089F-7C51-A397D1DB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4A1DD5-7DEE-F2CE-E8ED-3061559E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8168C0-713E-BC42-D19A-41A52B33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73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CEFDE-5CB5-925D-BB4E-4A8B354F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4B70A-97EB-2CED-1618-70E810BFC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2BD311-6CF8-6A02-F532-4930F2FC6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EEBA1F-F829-20B5-B371-36926C68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568B15-0B6E-B65E-4F49-B386AC60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3B813-9136-5817-4FFF-AC8B8F42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68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B5C08-CCE0-8DFD-95AC-7177D0DC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E23EAD-F372-29D2-5A45-42B23B7CA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1618A1-F537-371A-CC28-7F4EDFD8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B0D6AB-8FD4-A31A-20DA-B2452C37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C87B24-D834-6DB9-6394-807B4396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D5B224-4F42-46B1-439E-442F85A0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06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8997F-CA00-2294-E5FF-598981E0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64C357-CA62-41CB-5C26-FBE582E97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4D30D-9991-D8AD-3808-CF50D486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924A8-4CBB-3959-696E-DD17B6D0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C77637-F171-AFAD-07CA-CDCB7D5B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73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ED76CA-CCCE-308C-FEFE-468B61F43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63CAF-4945-B706-57A7-E8138AE48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75CEB-37C0-D000-3829-2D307679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9BE52-88BD-EBCC-206E-A2E16251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243E7F-4284-4B84-8B15-FF747E3E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99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640EE1-1355-B4EF-B73F-A1100606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D08C5B-6FE3-BFEE-8262-40EBA29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C7C99-BBF9-6183-9E76-28D961917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7000F-0C55-47EF-9817-46464DB7A97C}" type="datetimeFigureOut">
              <a:rPr lang="ko-KR" altLang="en-US" smtClean="0"/>
              <a:t>25.12.10(Wed)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C43A4C-C96A-8873-FF38-EFBCABA65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7D4A05-5F52-4EFF-7ABE-C3408AF6A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E3443-8917-4ED0-9464-7F7CCD113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77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pluscenter.go.kr/web/main/bbs/gangwon_gallery/list" TargetMode="External"/><Relationship Id="rId2" Type="http://schemas.openxmlformats.org/officeDocument/2006/relationships/hyperlink" Target="https://www.unipluscenter.go.kr/web/main/bbs/honam_gallery/lis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unipluscenter.go.kr/web/main/bbs/gyeonggi_gallery/list" TargetMode="External"/><Relationship Id="rId4" Type="http://schemas.openxmlformats.org/officeDocument/2006/relationships/hyperlink" Target="https://www.unipluscenter.go.kr/web/main/bbs/incheon_gallery/li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03CF-3E61-E400-0212-E4A5CEB6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CFE3FA-90B5-D379-3E3C-37848181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61" y="954520"/>
            <a:ext cx="10763250" cy="691400"/>
          </a:xfrm>
        </p:spPr>
        <p:txBody>
          <a:bodyPr/>
          <a:lstStyle/>
          <a:p>
            <a:r>
              <a:rPr lang="en-US" altLang="ko-KR" dirty="0"/>
              <a:t>https://www.unipluscenter.go.kr/web/main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4E210-E148-F065-875F-D13EE68F165D}"/>
              </a:ext>
            </a:extLst>
          </p:cNvPr>
          <p:cNvSpPr txBox="1"/>
          <p:nvPr/>
        </p:nvSpPr>
        <p:spPr>
          <a:xfrm>
            <a:off x="5486400" y="2202295"/>
            <a:ext cx="58775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</a:t>
            </a:r>
            <a:r>
              <a:rPr lang="ko-KR" altLang="en-US" dirty="0" err="1"/>
              <a:t>어드민</a:t>
            </a:r>
            <a:r>
              <a:rPr lang="en-US" altLang="ko-KR" dirty="0"/>
              <a:t>(</a:t>
            </a:r>
            <a:r>
              <a:rPr lang="ko-KR" altLang="en-US" dirty="0"/>
              <a:t>관리자</a:t>
            </a:r>
            <a:r>
              <a:rPr lang="en-US" altLang="ko-KR" dirty="0"/>
              <a:t>)</a:t>
            </a:r>
            <a:r>
              <a:rPr lang="ko-KR" altLang="en-US" dirty="0"/>
              <a:t>에서 프로그램게시물의 </a:t>
            </a:r>
            <a:r>
              <a:rPr lang="ko-KR" altLang="en-US" dirty="0" err="1"/>
              <a:t>대표이미지의</a:t>
            </a:r>
            <a:r>
              <a:rPr lang="ko-KR" altLang="en-US" dirty="0"/>
              <a:t> 대체 텍스트를 수정을 진행해도 메인 페이지 프로그램 영역에 수정된 대체 텍스트가 반영되지 않음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 err="1"/>
              <a:t>메인페이지</a:t>
            </a:r>
            <a:r>
              <a:rPr lang="ko-KR" altLang="en-US" dirty="0"/>
              <a:t> 프로그램 </a:t>
            </a:r>
            <a:r>
              <a:rPr lang="ko-KR" altLang="en-US" dirty="0" err="1"/>
              <a:t>섬네일</a:t>
            </a:r>
            <a:r>
              <a:rPr lang="ko-KR" altLang="en-US" dirty="0"/>
              <a:t> 이미지의 </a:t>
            </a:r>
            <a:r>
              <a:rPr lang="en-US" altLang="ko-KR" dirty="0"/>
              <a:t>alt</a:t>
            </a:r>
            <a:r>
              <a:rPr lang="ko-KR" altLang="en-US" dirty="0"/>
              <a:t>값이 수정되지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개발 확인이 필요합니다</a:t>
            </a:r>
            <a:r>
              <a:rPr lang="en-US" altLang="ko-KR" dirty="0"/>
              <a:t>.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5084348-AE58-7138-75F8-F559C33E2C54}"/>
              </a:ext>
            </a:extLst>
          </p:cNvPr>
          <p:cNvSpPr txBox="1">
            <a:spLocks/>
          </p:cNvSpPr>
          <p:nvPr/>
        </p:nvSpPr>
        <p:spPr>
          <a:xfrm>
            <a:off x="323561" y="305666"/>
            <a:ext cx="1076325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pdf 14p</a:t>
            </a:r>
            <a:endParaRPr lang="ko-KR" altLang="en-US" dirty="0"/>
          </a:p>
        </p:txBody>
      </p:sp>
      <p:pic>
        <p:nvPicPr>
          <p:cNvPr id="4" name="그림 3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2A9F49-ABD0-5734-A6C2-603BA98FF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42" y="1574800"/>
            <a:ext cx="4087367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20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A82E-F60E-440F-5F4A-B0CF5644F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516CF-239D-A4A3-7ACA-9F7D1C052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61" y="954520"/>
            <a:ext cx="10763250" cy="691400"/>
          </a:xfrm>
        </p:spPr>
        <p:txBody>
          <a:bodyPr/>
          <a:lstStyle/>
          <a:p>
            <a:r>
              <a:rPr lang="en-US" altLang="ko-KR" dirty="0"/>
              <a:t>https://www.unipluscenter.go.kr/web/main/contents/M400-05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E213C-0603-EF38-648E-D55198D0E668}"/>
              </a:ext>
            </a:extLst>
          </p:cNvPr>
          <p:cNvSpPr txBox="1"/>
          <p:nvPr/>
        </p:nvSpPr>
        <p:spPr>
          <a:xfrm>
            <a:off x="7096781" y="2202295"/>
            <a:ext cx="426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테이블에 아래처럼 </a:t>
            </a:r>
            <a:r>
              <a:rPr lang="en-US" altLang="ko-KR" dirty="0"/>
              <a:t>caption </a:t>
            </a:r>
            <a:r>
              <a:rPr lang="ko-KR" altLang="en-US" dirty="0"/>
              <a:t>추가해주세요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&lt;table&gt;</a:t>
            </a:r>
          </a:p>
          <a:p>
            <a:r>
              <a:rPr lang="en-US" altLang="ko-KR" dirty="0"/>
              <a:t>	&lt;caption&gt;</a:t>
            </a:r>
            <a:r>
              <a:rPr lang="ko-KR" altLang="en-US" dirty="0"/>
              <a:t>직위</a:t>
            </a:r>
            <a:r>
              <a:rPr lang="en-US" altLang="ko-KR" dirty="0"/>
              <a:t>,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담당업무</a:t>
            </a:r>
            <a:r>
              <a:rPr lang="en-US" altLang="ko-KR" dirty="0"/>
              <a:t>, </a:t>
            </a:r>
            <a:r>
              <a:rPr lang="ko-KR" altLang="en-US" dirty="0"/>
              <a:t>전화번호의 정보제공을 위한 표</a:t>
            </a:r>
            <a:r>
              <a:rPr lang="en-US" altLang="ko-KR" dirty="0"/>
              <a:t>&lt;/caption&gt;</a:t>
            </a:r>
          </a:p>
          <a:p>
            <a:r>
              <a:rPr lang="en-US" altLang="ko-KR" dirty="0"/>
              <a:t>	&lt;</a:t>
            </a:r>
            <a:r>
              <a:rPr lang="en-US" altLang="ko-KR" dirty="0" err="1"/>
              <a:t>colgroup</a:t>
            </a:r>
            <a:r>
              <a:rPr lang="en-US" altLang="ko-KR" dirty="0"/>
              <a:t>&gt;~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EDA244E-3867-2D7A-4A88-CDC16268F175}"/>
              </a:ext>
            </a:extLst>
          </p:cNvPr>
          <p:cNvSpPr txBox="1">
            <a:spLocks/>
          </p:cNvSpPr>
          <p:nvPr/>
        </p:nvSpPr>
        <p:spPr>
          <a:xfrm>
            <a:off x="323561" y="305666"/>
            <a:ext cx="1076325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pdf 19p</a:t>
            </a:r>
            <a:endParaRPr lang="ko-KR" altLang="en-US" dirty="0"/>
          </a:p>
        </p:txBody>
      </p:sp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558D30-55EA-0CA9-A1F4-B57B03F76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63" y="1919720"/>
            <a:ext cx="5662533" cy="427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5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7A6A5-F9BF-2C99-0479-B6B16712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291628-7064-33C2-5FA8-904EB3772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21" y="954520"/>
            <a:ext cx="10763250" cy="47804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https://www.unipluscenter.go.kr/web/main/bbs/commu_notice/list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8ED1C-CBE0-6B3B-5E4A-FA50F98766C2}"/>
              </a:ext>
            </a:extLst>
          </p:cNvPr>
          <p:cNvSpPr txBox="1"/>
          <p:nvPr/>
        </p:nvSpPr>
        <p:spPr>
          <a:xfrm>
            <a:off x="7084326" y="1762831"/>
            <a:ext cx="426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r>
              <a:rPr lang="ko-KR" altLang="en-US" dirty="0"/>
              <a:t>현재 페이지의 경우에는 </a:t>
            </a:r>
            <a:r>
              <a:rPr lang="en-US" altLang="ko-KR" dirty="0"/>
              <a:t>span </a:t>
            </a:r>
            <a:r>
              <a:rPr lang="ko-KR" altLang="en-US" dirty="0"/>
              <a:t>으로 변경 필요 </a:t>
            </a:r>
            <a:r>
              <a:rPr lang="en-US" altLang="ko-KR" dirty="0"/>
              <a:t>(</a:t>
            </a:r>
            <a:r>
              <a:rPr lang="ko-KR" altLang="en-US" dirty="0"/>
              <a:t>접근성에 제일 좋은 변경</a:t>
            </a:r>
            <a:r>
              <a:rPr lang="en-US" altLang="ko-KR" dirty="0"/>
              <a:t>,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추가 전달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&lt;div class="paging-num" style="</a:t>
            </a:r>
          </a:p>
          <a:p>
            <a:r>
              <a:rPr lang="en-US" altLang="ko-KR" dirty="0"/>
              <a:t>"&gt;&lt;span class="on txt" title="</a:t>
            </a:r>
            <a:r>
              <a:rPr lang="ko-KR" altLang="en-US" dirty="0"/>
              <a:t>현재페이지</a:t>
            </a:r>
            <a:r>
              <a:rPr lang="en-US" altLang="ko-KR" dirty="0"/>
              <a:t>" aria-current="page"&gt;1&lt;/span&gt;</a:t>
            </a:r>
          </a:p>
          <a:p>
            <a:r>
              <a:rPr lang="en-US" altLang="ko-KR" dirty="0"/>
              <a:t>&lt;a&gt; ~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A8A8395-10A6-CE25-58E3-E31B0DB991EA}"/>
              </a:ext>
            </a:extLst>
          </p:cNvPr>
          <p:cNvSpPr txBox="1">
            <a:spLocks/>
          </p:cNvSpPr>
          <p:nvPr/>
        </p:nvSpPr>
        <p:spPr>
          <a:xfrm>
            <a:off x="323561" y="305666"/>
            <a:ext cx="1076325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pdf 23p</a:t>
            </a:r>
            <a:endParaRPr lang="ko-KR" altLang="en-US" dirty="0"/>
          </a:p>
        </p:txBody>
      </p:sp>
      <p:pic>
        <p:nvPicPr>
          <p:cNvPr id="9" name="그림 8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AE81D8-31F6-93F4-13BC-6BB0E2EDE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36" y="1543042"/>
            <a:ext cx="5507724" cy="52200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5DC61A-F6E9-4132-7785-7544F2332F0B}"/>
              </a:ext>
            </a:extLst>
          </p:cNvPr>
          <p:cNvSpPr txBox="1"/>
          <p:nvPr/>
        </p:nvSpPr>
        <p:spPr>
          <a:xfrm>
            <a:off x="7084326" y="4309035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)Span</a:t>
            </a:r>
            <a:r>
              <a:rPr lang="ko-KR" altLang="en-US" dirty="0"/>
              <a:t> 변경이 힘들 경우에는 아래와 같이 적용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&lt;div class="paging-num" style="</a:t>
            </a:r>
          </a:p>
          <a:p>
            <a:r>
              <a:rPr lang="en-US" altLang="ko-KR" dirty="0"/>
              <a:t>"&gt;&lt;a class="on txt“ title="</a:t>
            </a:r>
            <a:r>
              <a:rPr lang="ko-KR" altLang="en-US" dirty="0"/>
              <a:t>현재페이지</a:t>
            </a:r>
            <a:r>
              <a:rPr lang="en-US" altLang="ko-KR" dirty="0"/>
              <a:t>" </a:t>
            </a:r>
            <a:r>
              <a:rPr lang="en-US" altLang="ko-KR" dirty="0" err="1"/>
              <a:t>tabindex</a:t>
            </a:r>
            <a:r>
              <a:rPr lang="en-US" altLang="ko-KR" dirty="0"/>
              <a:t>="-1" aria-current="page"&gt;1&lt;/a&gt;&lt;a&gt; ~</a:t>
            </a:r>
          </a:p>
        </p:txBody>
      </p:sp>
    </p:spTree>
    <p:extLst>
      <p:ext uri="{BB962C8B-B14F-4D97-AF65-F5344CB8AC3E}">
        <p14:creationId xmlns:p14="http://schemas.microsoft.com/office/powerpoint/2010/main" val="103497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9780-5B90-B898-EF15-2A7326B0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D4080-7747-B5A0-7919-01C5514DC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21" y="954520"/>
            <a:ext cx="10763250" cy="478040"/>
          </a:xfrm>
        </p:spPr>
        <p:txBody>
          <a:bodyPr>
            <a:normAutofit/>
          </a:bodyPr>
          <a:lstStyle/>
          <a:p>
            <a:r>
              <a:rPr lang="en-US" altLang="ko-KR" dirty="0"/>
              <a:t>https://www.unipluscenter.go.kr/web/main/contents/M700-01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106B8-7AA4-71C2-873C-0D5A1F5BF57D}"/>
              </a:ext>
            </a:extLst>
          </p:cNvPr>
          <p:cNvSpPr txBox="1"/>
          <p:nvPr/>
        </p:nvSpPr>
        <p:spPr>
          <a:xfrm>
            <a:off x="5831840" y="2641464"/>
            <a:ext cx="55806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전국</a:t>
            </a:r>
            <a:r>
              <a:rPr lang="en-US" altLang="ko-KR" dirty="0"/>
              <a:t> </a:t>
            </a:r>
            <a:r>
              <a:rPr lang="ko-KR" altLang="en-US" dirty="0"/>
              <a:t>페이지를 제외한 모든 </a:t>
            </a:r>
            <a:r>
              <a:rPr lang="en-US" altLang="ko-KR" dirty="0"/>
              <a:t>a</a:t>
            </a:r>
            <a:r>
              <a:rPr lang="ko-KR" altLang="en-US" dirty="0"/>
              <a:t>태그</a:t>
            </a:r>
            <a:r>
              <a:rPr lang="en-US" altLang="ko-KR" dirty="0"/>
              <a:t> </a:t>
            </a:r>
            <a:r>
              <a:rPr lang="ko-KR" altLang="en-US" dirty="0"/>
              <a:t>부분 아래와 같이 수정 필요 </a:t>
            </a:r>
            <a:r>
              <a:rPr lang="en-US" altLang="ko-KR" dirty="0"/>
              <a:t>(</a:t>
            </a:r>
            <a:r>
              <a:rPr lang="ko-KR" altLang="en-US" dirty="0"/>
              <a:t>예시 </a:t>
            </a:r>
            <a:r>
              <a:rPr lang="en-US" altLang="ko-KR" dirty="0"/>
              <a:t>: </a:t>
            </a:r>
            <a:r>
              <a:rPr lang="ko-KR" altLang="en-US" dirty="0"/>
              <a:t>강원도</a:t>
            </a:r>
            <a:r>
              <a:rPr lang="en-US" altLang="ko-KR" dirty="0"/>
              <a:t>)]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&lt;h3 class="tab-title"&gt;</a:t>
            </a:r>
          </a:p>
          <a:p>
            <a:pPr lvl="1"/>
            <a:r>
              <a:rPr lang="en-US" altLang="ko-KR" dirty="0"/>
              <a:t>&lt;button type="button" class="</a:t>
            </a:r>
            <a:r>
              <a:rPr lang="en-US" altLang="ko-KR" dirty="0" err="1"/>
              <a:t>btn-allcenter</a:t>
            </a:r>
            <a:r>
              <a:rPr lang="en-US" altLang="ko-KR" dirty="0"/>
              <a:t>"&gt;</a:t>
            </a:r>
          </a:p>
          <a:p>
            <a:pPr lvl="1"/>
            <a:r>
              <a:rPr lang="en-US" altLang="ko-KR" dirty="0"/>
              <a:t>	</a:t>
            </a:r>
            <a:r>
              <a:rPr lang="ko-KR" altLang="en-US" dirty="0"/>
              <a:t>전국</a:t>
            </a:r>
            <a:endParaRPr lang="en-US" altLang="ko-KR" dirty="0"/>
          </a:p>
          <a:p>
            <a:pPr lvl="1"/>
            <a:r>
              <a:rPr lang="en-US" altLang="ko-KR" dirty="0"/>
              <a:t>&lt;/button&gt;</a:t>
            </a:r>
          </a:p>
          <a:p>
            <a:pPr lvl="1"/>
            <a:r>
              <a:rPr lang="en-US" altLang="ko-KR" dirty="0"/>
              <a:t>&lt;span&gt;</a:t>
            </a:r>
            <a:r>
              <a:rPr lang="ko-KR" altLang="en-US" dirty="0"/>
              <a:t>강원도</a:t>
            </a:r>
            <a:r>
              <a:rPr lang="en-US" altLang="ko-KR" dirty="0"/>
              <a:t>&lt;/span&gt;</a:t>
            </a:r>
          </a:p>
          <a:p>
            <a:r>
              <a:rPr lang="en-US" altLang="ko-KR" dirty="0"/>
              <a:t>&lt;/h3&gt;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D697061-E771-E5FC-67B5-8D2BD4B26D66}"/>
              </a:ext>
            </a:extLst>
          </p:cNvPr>
          <p:cNvSpPr txBox="1">
            <a:spLocks/>
          </p:cNvSpPr>
          <p:nvPr/>
        </p:nvSpPr>
        <p:spPr>
          <a:xfrm>
            <a:off x="323561" y="305666"/>
            <a:ext cx="1076325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pdf 24p</a:t>
            </a:r>
            <a:endParaRPr lang="ko-KR" altLang="en-US" dirty="0"/>
          </a:p>
        </p:txBody>
      </p:sp>
      <p:pic>
        <p:nvPicPr>
          <p:cNvPr id="4" name="그림 3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ACBB6A-71B1-8106-D713-32B6568BB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5" y="1602015"/>
            <a:ext cx="4226026" cy="46241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A9A59A-4B6A-8646-4C7C-573882240C72}"/>
              </a:ext>
            </a:extLst>
          </p:cNvPr>
          <p:cNvSpPr txBox="1"/>
          <p:nvPr/>
        </p:nvSpPr>
        <p:spPr>
          <a:xfrm>
            <a:off x="0" y="6482080"/>
            <a:ext cx="12192000" cy="3759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아래 페이지 이어서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70678E-1BEE-37EC-6442-1FAB4528AB1D}"/>
              </a:ext>
            </a:extLst>
          </p:cNvPr>
          <p:cNvSpPr txBox="1"/>
          <p:nvPr/>
        </p:nvSpPr>
        <p:spPr>
          <a:xfrm>
            <a:off x="5831840" y="15965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h3 </a:t>
            </a:r>
            <a:r>
              <a:rPr lang="ko-KR" altLang="en-US" dirty="0"/>
              <a:t>태그에 </a:t>
            </a:r>
            <a:r>
              <a:rPr lang="en-US" altLang="ko-KR" dirty="0" err="1"/>
              <a:t>tabindex</a:t>
            </a:r>
            <a:r>
              <a:rPr lang="en-US" altLang="ko-KR" dirty="0"/>
              <a:t>="0“ </a:t>
            </a:r>
            <a:r>
              <a:rPr lang="ko-KR" altLang="en-US" dirty="0"/>
              <a:t>삭제</a:t>
            </a:r>
            <a:endParaRPr lang="en-US" altLang="ko-KR" dirty="0"/>
          </a:p>
          <a:p>
            <a:r>
              <a:rPr lang="en-US" altLang="ko-KR" dirty="0"/>
              <a:t>A</a:t>
            </a:r>
            <a:r>
              <a:rPr lang="ko-KR" altLang="en-US" dirty="0"/>
              <a:t>태그대신 아래</a:t>
            </a:r>
            <a:r>
              <a:rPr lang="en-US" altLang="ko-KR" dirty="0"/>
              <a:t> button </a:t>
            </a:r>
            <a:r>
              <a:rPr lang="ko-KR" altLang="en-US" dirty="0"/>
              <a:t>태그로 변경필요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9629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6219-5933-9D01-D39B-381CF59C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606118-39A8-E2DC-8294-2F8A2142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21" y="954520"/>
            <a:ext cx="10763250" cy="478040"/>
          </a:xfrm>
        </p:spPr>
        <p:txBody>
          <a:bodyPr>
            <a:normAutofit/>
          </a:bodyPr>
          <a:lstStyle/>
          <a:p>
            <a:r>
              <a:rPr lang="en-US" altLang="ko-KR" dirty="0"/>
              <a:t>https://www.unipluscenter.go.kr/web/main/contents/M700-01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64362-120A-1F15-CF02-AFC5FF8606D8}"/>
              </a:ext>
            </a:extLst>
          </p:cNvPr>
          <p:cNvSpPr txBox="1"/>
          <p:nvPr/>
        </p:nvSpPr>
        <p:spPr>
          <a:xfrm>
            <a:off x="5705186" y="2301311"/>
            <a:ext cx="55806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전국 활성화시</a:t>
            </a:r>
            <a:r>
              <a:rPr lang="en-US" altLang="ko-KR" dirty="0"/>
              <a:t>] </a:t>
            </a:r>
            <a:r>
              <a:rPr lang="ko-KR" altLang="en-US" dirty="0"/>
              <a:t>기능 버튼을 제공 하면 안됨</a:t>
            </a:r>
            <a:endParaRPr lang="en-US" altLang="ko-KR" dirty="0"/>
          </a:p>
          <a:p>
            <a:r>
              <a:rPr lang="en-US" altLang="ko-KR" dirty="0"/>
              <a:t>&lt;h3 class=＂tab-title＂ &gt;</a:t>
            </a:r>
          </a:p>
          <a:p>
            <a:r>
              <a:rPr lang="en-US" altLang="ko-KR" dirty="0"/>
              <a:t>	&lt;span&gt;</a:t>
            </a:r>
            <a:r>
              <a:rPr lang="ko-KR" altLang="en-US" dirty="0"/>
              <a:t>전국</a:t>
            </a:r>
            <a:r>
              <a:rPr lang="en-US" altLang="ko-KR" dirty="0"/>
              <a:t>&lt;/span&gt;</a:t>
            </a:r>
            <a:endParaRPr lang="ko-KR" altLang="en-US" dirty="0"/>
          </a:p>
          <a:p>
            <a:r>
              <a:rPr lang="en-US" altLang="ko-KR" dirty="0"/>
              <a:t>&lt;/h3&gt;</a:t>
            </a:r>
          </a:p>
          <a:p>
            <a:endParaRPr lang="en-US" altLang="ko-KR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D3F944E-08E9-6478-F6AD-15C4D00A4FE0}"/>
              </a:ext>
            </a:extLst>
          </p:cNvPr>
          <p:cNvSpPr txBox="1">
            <a:spLocks/>
          </p:cNvSpPr>
          <p:nvPr/>
        </p:nvSpPr>
        <p:spPr>
          <a:xfrm>
            <a:off x="323561" y="305666"/>
            <a:ext cx="1076325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pdf 24p</a:t>
            </a:r>
            <a:endParaRPr lang="ko-KR" altLang="en-US" dirty="0"/>
          </a:p>
        </p:txBody>
      </p:sp>
      <p:pic>
        <p:nvPicPr>
          <p:cNvPr id="4" name="그림 3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FD000F-3766-3716-4DE4-DC422BF46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5" y="1602015"/>
            <a:ext cx="4226026" cy="462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7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253A-B489-86E9-5926-723DE99D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9F8645-B22B-CB21-9346-006D427DA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21" y="954520"/>
            <a:ext cx="10763250" cy="478040"/>
          </a:xfrm>
        </p:spPr>
        <p:txBody>
          <a:bodyPr>
            <a:normAutofit/>
          </a:bodyPr>
          <a:lstStyle/>
          <a:p>
            <a:r>
              <a:rPr lang="en-US" altLang="ko-KR" dirty="0"/>
              <a:t>https://www.unipluscenter.go.kr/web/main/contents/M400-05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734D4-DE0E-2255-8B3D-178C11910527}"/>
              </a:ext>
            </a:extLst>
          </p:cNvPr>
          <p:cNvSpPr txBox="1"/>
          <p:nvPr/>
        </p:nvSpPr>
        <p:spPr>
          <a:xfrm>
            <a:off x="5613746" y="1823791"/>
            <a:ext cx="558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잘못된 링크가 제공 되어 있습니다</a:t>
            </a:r>
            <a:r>
              <a:rPr lang="en-US" altLang="ko-KR" dirty="0"/>
              <a:t>. A</a:t>
            </a:r>
            <a:r>
              <a:rPr lang="ko-KR" altLang="en-US" dirty="0"/>
              <a:t>태그 삭제 필요</a:t>
            </a:r>
            <a:endParaRPr lang="en-US" altLang="ko-KR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58879CB-2562-8962-5FDE-9E8AEC0E46DC}"/>
              </a:ext>
            </a:extLst>
          </p:cNvPr>
          <p:cNvSpPr txBox="1">
            <a:spLocks/>
          </p:cNvSpPr>
          <p:nvPr/>
        </p:nvSpPr>
        <p:spPr>
          <a:xfrm>
            <a:off x="323561" y="305666"/>
            <a:ext cx="1076325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pdf 25p, 26p</a:t>
            </a:r>
            <a:endParaRPr lang="ko-KR" altLang="en-US" dirty="0"/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5B4902-E858-6D9B-A5EF-FB6F687C9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2" y="1671390"/>
            <a:ext cx="4513817" cy="4556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C2378D-D1E9-393B-6C79-8BBB91332AE7}"/>
              </a:ext>
            </a:extLst>
          </p:cNvPr>
          <p:cNvSpPr txBox="1"/>
          <p:nvPr/>
        </p:nvSpPr>
        <p:spPr>
          <a:xfrm>
            <a:off x="5613746" y="2584354"/>
            <a:ext cx="5580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&lt;td&gt;</a:t>
            </a:r>
            <a:r>
              <a:rPr lang="ko-KR" altLang="en-US" dirty="0"/>
              <a:t>남북교류협력기금 운영</a:t>
            </a:r>
            <a:r>
              <a:rPr lang="en-US" altLang="ko-KR" dirty="0"/>
              <a:t>, </a:t>
            </a:r>
            <a:r>
              <a:rPr lang="ko-KR" altLang="en-US" dirty="0"/>
              <a:t>평화경제특구 추진</a:t>
            </a:r>
            <a:r>
              <a:rPr lang="en-US" altLang="ko-KR" dirty="0"/>
              <a:t>, </a:t>
            </a:r>
            <a:r>
              <a:rPr lang="ko-KR" altLang="en-US" dirty="0"/>
              <a:t>예산</a:t>
            </a:r>
            <a:r>
              <a:rPr lang="en-US" altLang="ko-KR" dirty="0"/>
              <a:t>·</a:t>
            </a:r>
            <a:r>
              <a:rPr lang="ko-KR" altLang="en-US" dirty="0"/>
              <a:t>계약 업무</a:t>
            </a:r>
            <a:r>
              <a:rPr lang="en-US" altLang="ko-KR" dirty="0"/>
              <a:t>&amp;</a:t>
            </a:r>
            <a:r>
              <a:rPr lang="en-US" altLang="ko-KR" dirty="0" err="1"/>
              <a:t>nbsp</a:t>
            </a:r>
            <a:r>
              <a:rPr lang="en-US" altLang="ko-KR" dirty="0"/>
              <a:t>;&lt;/td&gt;</a:t>
            </a:r>
          </a:p>
        </p:txBody>
      </p:sp>
    </p:spTree>
    <p:extLst>
      <p:ext uri="{BB962C8B-B14F-4D97-AF65-F5344CB8AC3E}">
        <p14:creationId xmlns:p14="http://schemas.microsoft.com/office/powerpoint/2010/main" val="173549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576B-D1C2-2C60-E607-88F9283C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0AB60-35ED-1191-E871-138F809A4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21" y="954520"/>
            <a:ext cx="6064984" cy="1260779"/>
          </a:xfrm>
        </p:spPr>
        <p:txBody>
          <a:bodyPr>
            <a:normAutofit/>
          </a:bodyPr>
          <a:lstStyle/>
          <a:p>
            <a:r>
              <a:rPr lang="en-US" altLang="ko-KR" sz="1400" dirty="0">
                <a:hlinkClick r:id="rId2"/>
              </a:rPr>
              <a:t>https://www.unipluscenter.go.kr/web/main/bbs/honam_gallery/list</a:t>
            </a:r>
            <a:endParaRPr lang="en-US" altLang="ko-KR" sz="1400" dirty="0"/>
          </a:p>
          <a:p>
            <a:r>
              <a:rPr lang="en-US" altLang="ko-KR" sz="1100" dirty="0">
                <a:hlinkClick r:id="rId3"/>
              </a:rPr>
              <a:t>https://www.unipluscenter.go.kr/web/main/bbs/gangwon_gallery/list</a:t>
            </a:r>
            <a:endParaRPr lang="en-US" altLang="ko-KR" sz="1100" dirty="0"/>
          </a:p>
          <a:p>
            <a:r>
              <a:rPr lang="en-US" altLang="ko-KR" sz="1100" dirty="0">
                <a:hlinkClick r:id="rId4"/>
              </a:rPr>
              <a:t>https://www.unipluscenter.go.kr/web/main/bbs/incheon_gallery/list</a:t>
            </a:r>
            <a:endParaRPr lang="en-US" altLang="ko-KR" sz="1100" dirty="0"/>
          </a:p>
          <a:p>
            <a:r>
              <a:rPr lang="en-US" altLang="ko-KR" sz="1100" dirty="0">
                <a:hlinkClick r:id="rId5"/>
              </a:rPr>
              <a:t>https://www.unipluscenter.go.kr/web/main/bbs/gyeonggi_gallery/list</a:t>
            </a:r>
            <a:endParaRPr lang="en-US" altLang="ko-KR" sz="1100" dirty="0"/>
          </a:p>
          <a:p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C4876-3863-934F-FC74-A8700CC54FB7}"/>
              </a:ext>
            </a:extLst>
          </p:cNvPr>
          <p:cNvSpPr txBox="1"/>
          <p:nvPr/>
        </p:nvSpPr>
        <p:spPr>
          <a:xfrm>
            <a:off x="232121" y="2344743"/>
            <a:ext cx="5580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모든 갤러리 리스트가 해당 됨</a:t>
            </a:r>
            <a:endParaRPr lang="en-US" altLang="ko-KR" dirty="0"/>
          </a:p>
          <a:p>
            <a:r>
              <a:rPr lang="en-US" altLang="ko-KR" dirty="0"/>
              <a:t>H4 </a:t>
            </a:r>
            <a:r>
              <a:rPr lang="ko-KR" altLang="en-US" dirty="0"/>
              <a:t>태그를 </a:t>
            </a:r>
            <a:r>
              <a:rPr lang="en-US" altLang="ko-KR" dirty="0"/>
              <a:t>p</a:t>
            </a:r>
            <a:r>
              <a:rPr lang="ko-KR" altLang="en-US" dirty="0"/>
              <a:t>태그로 변경 아래는 예시</a:t>
            </a:r>
            <a:endParaRPr lang="en-US" altLang="ko-KR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39E91EA-030C-343D-DE99-13F9AB917F79}"/>
              </a:ext>
            </a:extLst>
          </p:cNvPr>
          <p:cNvSpPr txBox="1">
            <a:spLocks/>
          </p:cNvSpPr>
          <p:nvPr/>
        </p:nvSpPr>
        <p:spPr>
          <a:xfrm>
            <a:off x="323561" y="305666"/>
            <a:ext cx="10763250" cy="96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pdf 32p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CC0A-42B3-3A33-8992-8C9EEA76A1A9}"/>
              </a:ext>
            </a:extLst>
          </p:cNvPr>
          <p:cNvSpPr txBox="1"/>
          <p:nvPr/>
        </p:nvSpPr>
        <p:spPr>
          <a:xfrm>
            <a:off x="323561" y="3247341"/>
            <a:ext cx="558064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&lt;div class="</a:t>
            </a:r>
            <a:r>
              <a:rPr lang="en-US" altLang="ko-KR" sz="1600" dirty="0" err="1"/>
              <a:t>tit_box</a:t>
            </a:r>
            <a:r>
              <a:rPr lang="en-US" altLang="ko-KR" sz="1600" dirty="0"/>
              <a:t>“&gt;			</a:t>
            </a:r>
          </a:p>
          <a:p>
            <a:r>
              <a:rPr lang="en-US" altLang="ko-KR" sz="1600" dirty="0"/>
              <a:t>	&lt;p class="tit ellip2"&gt;</a:t>
            </a:r>
          </a:p>
          <a:p>
            <a:r>
              <a:rPr lang="en-US" altLang="ko-KR" sz="1600" dirty="0"/>
              <a:t>	11/19 </a:t>
            </a:r>
            <a:r>
              <a:rPr lang="ko-KR" altLang="en-US" sz="1600" dirty="0"/>
              <a:t>지역주민과 북한이탈주민이 함께하는 문화 프로그램</a:t>
            </a:r>
            <a:r>
              <a:rPr lang="en-US" altLang="ko-KR" sz="1600" dirty="0"/>
              <a:t>(2</a:t>
            </a:r>
            <a:r>
              <a:rPr lang="ko-KR" altLang="en-US" sz="1600" dirty="0"/>
              <a:t>차</a:t>
            </a:r>
            <a:r>
              <a:rPr lang="en-US" altLang="ko-KR" sz="1600" dirty="0"/>
              <a:t>)-</a:t>
            </a:r>
            <a:r>
              <a:rPr lang="ko-KR" altLang="en-US" sz="1600" dirty="0"/>
              <a:t>원예 </a:t>
            </a:r>
            <a:r>
              <a:rPr lang="ko-KR" altLang="en-US" sz="1600" dirty="0" err="1"/>
              <a:t>테라피</a:t>
            </a:r>
            <a:r>
              <a:rPr lang="ko-KR" altLang="en-US" sz="1600" dirty="0"/>
              <a:t> </a:t>
            </a:r>
            <a:r>
              <a:rPr lang="en-US" altLang="ko-KR" sz="1600" dirty="0"/>
              <a:t>3</a:t>
            </a:r>
            <a:r>
              <a:rPr lang="ko-KR" altLang="en-US" sz="1600" dirty="0" err="1"/>
              <a:t>회차</a:t>
            </a:r>
            <a:endParaRPr lang="ko-KR" altLang="en-US" sz="1600" dirty="0"/>
          </a:p>
          <a:p>
            <a:r>
              <a:rPr lang="ko-KR" altLang="en-US" sz="1600" dirty="0"/>
              <a:t>	</a:t>
            </a:r>
            <a:r>
              <a:rPr lang="en-US" altLang="ko-KR" sz="1600" dirty="0"/>
              <a:t>&lt;/p&gt;</a:t>
            </a:r>
          </a:p>
          <a:p>
            <a:r>
              <a:rPr lang="en-US" altLang="ko-KR" sz="1600" dirty="0"/>
              <a:t>	&lt;p class="txt"&gt;				2025. 11. 19.(</a:t>
            </a:r>
            <a:r>
              <a:rPr lang="ko-KR" altLang="en-US" sz="1600" dirty="0"/>
              <a:t>수</a:t>
            </a:r>
            <a:r>
              <a:rPr lang="en-US" altLang="ko-KR" sz="1600" dirty="0"/>
              <a:t>) </a:t>
            </a:r>
            <a:r>
              <a:rPr lang="ko-KR" altLang="en-US" sz="1600" dirty="0"/>
              <a:t>지역주민과 북한이탈주민이 함께하는 문화 프로그램</a:t>
            </a:r>
            <a:r>
              <a:rPr lang="en-US" altLang="ko-KR" sz="1600" dirty="0"/>
              <a:t>(2</a:t>
            </a:r>
            <a:r>
              <a:rPr lang="ko-KR" altLang="en-US" sz="1600" dirty="0"/>
              <a:t>차</a:t>
            </a:r>
            <a:r>
              <a:rPr lang="en-US" altLang="ko-KR" sz="1600" dirty="0"/>
              <a:t>)</a:t>
            </a:r>
            <a:r>
              <a:rPr lang="ko-KR" altLang="en-US" sz="1600" dirty="0"/>
              <a:t>으로 </a:t>
            </a:r>
            <a:r>
              <a:rPr lang="en-US" altLang="ko-KR" sz="1600" dirty="0"/>
              <a:t>... 			&lt;/p&gt;</a:t>
            </a:r>
          </a:p>
          <a:p>
            <a:r>
              <a:rPr lang="en-US" altLang="ko-KR" sz="1600" dirty="0"/>
              <a:t>	&lt;p class="time"&gt;</a:t>
            </a:r>
          </a:p>
          <a:p>
            <a:r>
              <a:rPr lang="en-US" altLang="ko-KR" sz="1600" dirty="0"/>
              <a:t>	2025-11-19</a:t>
            </a:r>
          </a:p>
          <a:p>
            <a:r>
              <a:rPr lang="en-US" altLang="ko-KR" sz="1600" dirty="0"/>
              <a:t>	&lt;/p&gt;	</a:t>
            </a:r>
          </a:p>
          <a:p>
            <a:r>
              <a:rPr lang="en-US" altLang="ko-KR" sz="1600" dirty="0"/>
              <a:t>&lt;/div&gt;</a:t>
            </a:r>
          </a:p>
        </p:txBody>
      </p:sp>
      <p:pic>
        <p:nvPicPr>
          <p:cNvPr id="4" name="그림 3" descr="텍스트, 스크린샷, 사람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573F84-903A-AC3E-9C97-9E9BEC771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7246" y="305666"/>
            <a:ext cx="4372633" cy="48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8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583</Words>
  <Application>Microsoft Office PowerPoint</Application>
  <PresentationFormat>와이드스크린</PresentationFormat>
  <Paragraphs>64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지연 이</dc:creator>
  <cp:lastModifiedBy>byeonggi kim</cp:lastModifiedBy>
  <cp:revision>26</cp:revision>
  <dcterms:created xsi:type="dcterms:W3CDTF">2025-06-05T05:53:45Z</dcterms:created>
  <dcterms:modified xsi:type="dcterms:W3CDTF">2025-12-10T04:36:25Z</dcterms:modified>
</cp:coreProperties>
</file>